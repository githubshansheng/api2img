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c9b1d943934465" /><Relationship Type="http://schemas.openxmlformats.org/officeDocument/2006/relationships/extended-properties" Target="/docProps/app.xml" Id="Rdb33c8eede414caa" /><Relationship Type="http://schemas.openxmlformats.org/officeDocument/2006/relationships/officeDocument" Target="/ppt/presentation.xml" Id="Re5f36bcbadae48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ea5cc7b2c74a82"/>
  </p:sldMasterIdLst>
  <p:notesMasterIdLst>
    <p:notesMasterId xmlns:r="http://schemas.openxmlformats.org/officeDocument/2006/relationships" r:id="Rde16544395a84b8f"/>
  </p:notesMasterIdLst>
  <p:sldIdLst>
    <p:sldId xmlns:r="http://schemas.openxmlformats.org/officeDocument/2006/relationships" id="256" r:id="Raa19e448076346de"/>
    <p:sldId xmlns:r="http://schemas.openxmlformats.org/officeDocument/2006/relationships" id="257" r:id="R96e9e25e0fe5499e"/>
    <p:sldId xmlns:r="http://schemas.openxmlformats.org/officeDocument/2006/relationships" id="258" r:id="Rcfbd26f7705b4253"/>
    <p:sldId xmlns:r="http://schemas.openxmlformats.org/officeDocument/2006/relationships" id="259" r:id="Rfdd1e53c44604f23"/>
    <p:sldId xmlns:r="http://schemas.openxmlformats.org/officeDocument/2006/relationships" id="260" r:id="Ra07c271014594ed8"/>
    <p:sldId xmlns:r="http://schemas.openxmlformats.org/officeDocument/2006/relationships" id="261" r:id="R1a8481c745944633"/>
    <p:sldId xmlns:r="http://schemas.openxmlformats.org/officeDocument/2006/relationships" id="262" r:id="R5462bb38d85e4a35"/>
    <p:sldId xmlns:r="http://schemas.openxmlformats.org/officeDocument/2006/relationships" id="263" r:id="R390a3f98ad2e4536"/>
    <p:sldId xmlns:r="http://schemas.openxmlformats.org/officeDocument/2006/relationships" id="264" r:id="Rcdf4c5cdda3f4d94"/>
    <p:sldId xmlns:r="http://schemas.openxmlformats.org/officeDocument/2006/relationships" id="265" r:id="R8162659d4d0b48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894134f3184978" /><Relationship Type="http://schemas.openxmlformats.org/officeDocument/2006/relationships/slideMaster" Target="/ppt/slideMasters/slideMaster1.xml" Id="R8eea5cc7b2c74a82" /><Relationship Type="http://schemas.openxmlformats.org/officeDocument/2006/relationships/notesMaster" Target="/ppt/notesMasters/notesMaster1.xml" Id="Rde16544395a84b8f" /><Relationship Type="http://schemas.openxmlformats.org/officeDocument/2006/relationships/presProps" Target="/ppt/presProps.xml" Id="Rbf259f77499b4cee" /><Relationship Type="http://schemas.openxmlformats.org/officeDocument/2006/relationships/tableStyles" Target="/ppt/tableStyles.xml" Id="Rdf468d3f6b1a4b3c" /><Relationship Type="http://schemas.openxmlformats.org/officeDocument/2006/relationships/slide" Target="/ppt/slides/slide1.xml" Id="Raa19e448076346de" /><Relationship Type="http://schemas.openxmlformats.org/officeDocument/2006/relationships/slide" Target="/ppt/slides/slide2.xml" Id="R96e9e25e0fe5499e" /><Relationship Type="http://schemas.openxmlformats.org/officeDocument/2006/relationships/slide" Target="/ppt/slides/slide3.xml" Id="Rcfbd26f7705b4253" /><Relationship Type="http://schemas.openxmlformats.org/officeDocument/2006/relationships/slide" Target="/ppt/slides/slide4.xml" Id="Rfdd1e53c44604f23" /><Relationship Type="http://schemas.openxmlformats.org/officeDocument/2006/relationships/slide" Target="/ppt/slides/slide5.xml" Id="Ra07c271014594ed8" /><Relationship Type="http://schemas.openxmlformats.org/officeDocument/2006/relationships/slide" Target="/ppt/slides/slide6.xml" Id="R1a8481c745944633" /><Relationship Type="http://schemas.openxmlformats.org/officeDocument/2006/relationships/slide" Target="/ppt/slides/slide7.xml" Id="R5462bb38d85e4a35" /><Relationship Type="http://schemas.openxmlformats.org/officeDocument/2006/relationships/slide" Target="/ppt/slides/slide8.xml" Id="R390a3f98ad2e4536" /><Relationship Type="http://schemas.openxmlformats.org/officeDocument/2006/relationships/slide" Target="/ppt/slides/slide9.xml" Id="Rcdf4c5cdda3f4d94" /><Relationship Type="http://schemas.openxmlformats.org/officeDocument/2006/relationships/slide" Target="/ppt/slides/slide10.xml" Id="R8162659d4d0b48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b62bdcb9c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309177dbf44819" /><Relationship Type="http://schemas.openxmlformats.org/officeDocument/2006/relationships/notesMaster" Target="/ppt/notesMasters/notesMaster1.xml" Id="R9c761bfe9fe443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963e77e491490f" /><Relationship Type="http://schemas.openxmlformats.org/officeDocument/2006/relationships/notesMaster" Target="/ppt/notesMasters/notesMaster1.xml" Id="Rab6c6448959c44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8f9509d7a4d1b" /><Relationship Type="http://schemas.openxmlformats.org/officeDocument/2006/relationships/notesMaster" Target="/ppt/notesMasters/notesMaster1.xml" Id="Rc10c41769a264f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02a89a57746a8" /><Relationship Type="http://schemas.openxmlformats.org/officeDocument/2006/relationships/notesMaster" Target="/ppt/notesMasters/notesMaster1.xml" Id="R12e927dc9dd445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663f3c61cd4531" /><Relationship Type="http://schemas.openxmlformats.org/officeDocument/2006/relationships/notesMaster" Target="/ppt/notesMasters/notesMaster1.xml" Id="Rcba280072eca48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f2d6c43ef144a0" /><Relationship Type="http://schemas.openxmlformats.org/officeDocument/2006/relationships/notesMaster" Target="/ppt/notesMasters/notesMaster1.xml" Id="R6d47dd7cc10d40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3853cca2c44cca" /><Relationship Type="http://schemas.openxmlformats.org/officeDocument/2006/relationships/notesMaster" Target="/ppt/notesMasters/notesMaster1.xml" Id="R299d982c346747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1ba902a5694cce" /><Relationship Type="http://schemas.openxmlformats.org/officeDocument/2006/relationships/notesMaster" Target="/ppt/notesMasters/notesMaster1.xml" Id="Rc43f7a9b0b774d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269ead260b45a9" /><Relationship Type="http://schemas.openxmlformats.org/officeDocument/2006/relationships/notesMaster" Target="/ppt/notesMasters/notesMaster1.xml" Id="Rd16af8cf1d454c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e0559245524a06" /><Relationship Type="http://schemas.openxmlformats.org/officeDocument/2006/relationships/notesMaster" Target="/ppt/notesMasters/notesMaster1.xml" Id="Ra7e3c640f7574c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20c9cb4344e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a7699421584802" /><Relationship Type="http://schemas.openxmlformats.org/officeDocument/2006/relationships/slideLayout" Target="/ppt/slideLayouts/slideLayout1.xml" Id="R0d753d8a392546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753d8a392546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4bd8669e84e7b" /><Relationship Type="http://schemas.openxmlformats.org/officeDocument/2006/relationships/image" Target="/ppt/media/image.png" Id="R64febe90a16b4eec" /><Relationship Type="http://schemas.openxmlformats.org/officeDocument/2006/relationships/notesSlide" Target="/ppt/notesSlides/notesSlide1.xml" Id="R65e1796d48a4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4c421b58b4778" /><Relationship Type="http://schemas.openxmlformats.org/officeDocument/2006/relationships/notesSlide" Target="/ppt/notesSlides/notesSlide2.xml" Id="Rcc7aea83c8cd48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59a1b86c64f27" /><Relationship Type="http://schemas.openxmlformats.org/officeDocument/2006/relationships/notesSlide" Target="/ppt/notesSlides/notesSlide3.xml" Id="R720619e8ca3c49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6a506ed10435e" /><Relationship Type="http://schemas.openxmlformats.org/officeDocument/2006/relationships/notesSlide" Target="/ppt/notesSlides/notesSlide4.xml" Id="Rd4a89d30e9234a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ab7147d0f4c0c" /><Relationship Type="http://schemas.openxmlformats.org/officeDocument/2006/relationships/notesSlide" Target="/ppt/notesSlides/notesSlide5.xml" Id="R7216da2897044d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4163cc1774bd0" /><Relationship Type="http://schemas.openxmlformats.org/officeDocument/2006/relationships/notesSlide" Target="/ppt/notesSlides/notesSlide6.xml" Id="R5bb4f6685dbb46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9f0591e684512" /><Relationship Type="http://schemas.openxmlformats.org/officeDocument/2006/relationships/notesSlide" Target="/ppt/notesSlides/notesSlide7.xml" Id="Rfced477b774549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e2d696a11477a" /><Relationship Type="http://schemas.openxmlformats.org/officeDocument/2006/relationships/notesSlide" Target="/ppt/notesSlides/notesSlide8.xml" Id="Ra4fb72120e334b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3ef5777a84348" /><Relationship Type="http://schemas.openxmlformats.org/officeDocument/2006/relationships/notesSlide" Target="/ppt/notesSlides/notesSlide9.xml" Id="Rd04ec9ccba5543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a02ddf23542a6" /><Relationship Type="http://schemas.openxmlformats.org/officeDocument/2006/relationships/notesSlide" Target="/ppt/notesSlides/notesSlide10.xml" Id="R80e46231e7884f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1951F-BD7B-4AB2-9700-1B02FE03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图片生成</a:t>
            </a:r>
          </a:p>
          <a:p xmlns:a="http://schemas.openxmlformats.org/drawingml/2006/main">
            <a:pPr algn="l">
              <a:defRPr sz="4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与编辑工作台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8DC4D-81EA-4051-8A1E-C8046860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产品需求评审方案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468D8-BD3E-45C4-B29B-777977E6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基于 API易 AI图片大师 v1.0.61 调研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用户截图、线上页面可见信息与已沉淀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581AE-A373-47D7-ACD0-DAEFACDB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2026-07-06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A1326-B94F-4E61-8091-369C9799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85800"/>
            <a:ext cx="59436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be90a16b4eec"/>
          <a:srcRect xmlns:a="http://schemas.openxmlformats.org/drawingml/2006/main" l="201" t="0" r="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971550"/>
            <a:ext cx="5448300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68F30-A8E5-459D-87A4-ED8FB310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388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核心结论：先交付可配置、可验收的生成闭环，再扩展批量、对比、历史和识图能力。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D022C-15A1-4676-8AA9-E15B3307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36653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148DB-7591-4359-B8E1-A39A0BC1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立项判断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EBAD1-0536-4E32-AD2F-E4A68A4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多模型图片生产需要统一工作台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C0F64-DE93-473F-B23D-43D93C29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A8BAF-4A5F-4BD6-9E5A-3BCAD748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截图中已经同时出现模型切换、参考图上传、参数配置、费用提示和 cURL 对接代码；这说明产品不是单一生成器，而是一个面向创作与 API 调试的复合工作台。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569FB-06B8-486D-B10F-61D5E5AD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25717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2CDDB-BEF1-4F70-B97D-4F6B7870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F60EB-627F-4D56-B7F1-AE5190D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2A8CD-73FE-458A-AACE-86B374A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模型、价格、速度和尺寸能力差异大，需要一个统一入口承接动态配置。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ED5F2-DE53-4650-9E1C-BFF4B5A8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876550"/>
            <a:ext cx="25717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DD128-9F79-4722-BC84-11F58720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5DF5D-F034-40C0-9813-6C9207B3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复用难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13A7B-17CC-48DE-B386-835653BA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481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提示词模板、素材模板和历史记录需要沉淀，否则高频生产会反复调参。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A1096-DC23-47B9-A7BD-92D1A7C8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5717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9B1A9-BFC7-4D8D-BF0A-E60B01CE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32BBD-5293-4BE0-AF10-4E10E39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接入重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DB171-D32E-409B-BE75-E6FB818B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开发者不仅要看效果，还要拿到对应端点、请求体和可复制代码。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07379-2632-4A3B-B2E1-EC75B4AA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76550"/>
            <a:ext cx="25717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E9229-707F-4143-BB75-1662DFC6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051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F030A-1609-472A-9156-A8708033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风险散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C73B6-81D7-4ED4-9DBE-1967718E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481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尺寸限制、失败扣费、API Key 泄露和违规内容都需要前置约束。</a:t>
            </a:r>
          </a:p>
        </p:txBody>
      </p:sp>
    </p:spTree>
    <p:extLst>
      <p:ext uri="{BB962C8B-B14F-4D97-AF65-F5344CB8AC3E}">
        <p14:creationId xmlns:p14="http://schemas.microsoft.com/office/powerpoint/2010/main" val="15345105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36447-2985-4211-BBB5-7C098D2A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用户与任务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21A92-EED7-4F6A-A19D-CCB0A8F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不同角色共享同一条生成闭环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593D4-FE7B-45E0-99B8-3327B69F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4D9A0-2BDB-497B-A3B3-0DDECED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内容创作者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37441-5F39-4F40-89E1-E0342C7A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C6CE2-AA40-4F7E-AB83-A3EA437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模板/优化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生成/下载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ADAFB-C50B-4A17-8D6E-42AA8896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电商运营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E0C94-202F-4048-8B8B-F413CEDE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717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D6964-2B73-4BE2-B36C-B98022B7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003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参考图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商品图与描述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645C1-CFC8-4F29-8865-97793C15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36CF1-6DC9-4371-8D5F-F7F89B38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D4F1B-E577-4C4E-95BD-474E213A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模型对比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画幅与质量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423C1-6E85-4B0D-A79B-952ACFDE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开发者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9F2DE-A0FB-4085-B461-2D4B70F9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717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72F17-C52F-4B54-BF0C-BDDA040C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003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API Key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cURL 复制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50119-A19F-4D78-AFA1-4D245953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企业客户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B34CE-9711-4F51-9713-ED90A5B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717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C3E81-E5B1-4FFD-80E3-AA96B5DF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003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价格与服务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64B04-0B76-481D-9DC9-77EF1B00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1391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82B73-CAB3-4FA4-B51D-73693F84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共同闭环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795CD-BAC8-4DBF-9BAD-6515EE9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195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选模型 -&gt; 输入提示词 / 上传参考图 -&gt; 设置参数 -&gt; 生成 -&gt; 查看结果 -&gt; 下载、复用或对接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430A8-8124-4C98-B495-CDC51B39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434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产品设计应优先服务这条闭环，再把不同角色的效率需求接在闭环两端。</a:t>
            </a:r>
          </a:p>
        </p:txBody>
      </p:sp>
    </p:spTree>
    <p:extLst>
      <p:ext uri="{BB962C8B-B14F-4D97-AF65-F5344CB8AC3E}">
        <p14:creationId xmlns:p14="http://schemas.microsoft.com/office/powerpoint/2010/main" val="294203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7F18E-3FC7-4D93-B372-F774AE15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信息架构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1C86C-5288-4853-83CB-DCA6CD93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信息架构围绕主工作台展开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224BE-272D-4AB6-8B8C-E99353F3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1577C-77B2-485D-BAE9-2715B39B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238500" cy="35623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55AC3-C1A4-46BC-B685-8A61321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P0 主工作台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CC064-E37B-4B73-A750-5041FD4B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生成图片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批量生成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356BC-EF76-44DD-A656-0E19D25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完成单次生成、参考图编辑、抽卡式批量和结果空态。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89516-FF37-49AA-914E-45F4E971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E7AB8-AEFB-4BA0-8A6E-2C11347B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模型对比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BCC71-C48F-4508-BAD1-BF8A606E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同提示词双模型并排比较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8A0F2-30B7-4C49-A59D-7E95B3BC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5E1C6-A9A3-46E3-87DA-C60CF277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85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历史记录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5CFAA-CD5B-47BB-B0FB-0D21B37C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记录、同步状态与参数复用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A695F-6191-428B-A756-954C443C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63A62-CB1A-4EF2-B73E-C5F87E7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86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素材模板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41B97-7077-4069-84D4-28DD8E1D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099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提示词和参考图组合复用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97127-C5C9-4328-BDB8-F07CD044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F009B-4923-4741-BF6E-9A854507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86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识别图片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F36E3-3965-460A-AF61-17C96DB6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图像理解、OCR、商品分析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7DA5C-511B-42D2-A58A-99A0139C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1480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8E4EA-5943-4EF3-AF25-738FF7A6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推理测试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5FF45-E3D8-4872-A7D5-230EDA42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101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文本与多模态推理评估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9B7A0-8112-47E1-8F4D-45436590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1480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8793D-77CC-414C-9367-2EAF8F26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全局设置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189E9-9A9C-4FC0-873E-441C9A60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登录、API Key、语言、存储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6E1A1-A388-4677-A0F5-7C44ABCF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435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导航与设置承担横向能力：公告、语言切换、登录、API Key、日志、充值和文档入口。</a:t>
            </a:r>
          </a:p>
        </p:txBody>
      </p:sp>
    </p:spTree>
    <p:extLst>
      <p:ext uri="{BB962C8B-B14F-4D97-AF65-F5344CB8AC3E}">
        <p14:creationId xmlns:p14="http://schemas.microsoft.com/office/powerpoint/2010/main" val="1254605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D37012-FFF2-4014-A1CD-1C0F5492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核心流程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0F1CC-BBB3-4326-93A3-E91020A8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先跑通生成闭环，再补效率工具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F1D31-3E1E-4FA2-B3F4-45D5050C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C217F-C6E0-4114-AA4F-18A90C3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E7319-6559-40FE-BAB0-C45FA528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4FA97-812B-41F6-88B6-E1DEBB27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19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选模型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ACFA9-91D0-45BB-BF83-1D4648D0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模型切换驱动参数、价格、端点和公告。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D9344-0C75-45D7-817A-3AC42F5B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5260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9503C-0955-4645-B4D7-478F6E41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ACAFE-4474-47A2-877A-0DCA1CD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19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给素材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F0BF1-A4C8-451D-AC5F-A9303FD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955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输入提示词，可选上传 0-12 张参考图。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4C989-AB25-4BCA-9AF1-D5C64E9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8D54A-897F-4939-A751-1985FC4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16D84-955E-4BCE-9DF1-A99E2E2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设参数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C1560-D347-4DCE-A406-48A7BD40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尺寸、分辨率、数量、质量按模型能力展示。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2F22F-45CB-405A-845B-F937104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7E482-3557-4991-A987-75C71C22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C28C9-1C2C-4272-86CE-84321E17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81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C7969-BF0B-4D9B-B2F1-3C534274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检查必填、格式、大小、API Key、余额与能力。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B572A-D03B-4567-9A4B-CC8FFBE4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1475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B4BC3-0E68-4BF7-A8DC-1DD37F8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433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65464-1BEE-4F60-9E8C-C77EA50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81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发起生成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BDDEB-ACFC-40E1-9EDB-7B9917E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577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进入生成中状态，禁用重复提交。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9D741-04F2-4C20-9D12-1003ECDD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98A02-CC3F-4512-A577-CFCFF6E4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594FC-76E8-4286-8D49-DF61F22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沉淀结果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C6341-8DB9-4D45-95CE-9006FBC5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展示成功/失败/部分成功并写入历史。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A9FF1-4E9B-4403-A34B-8524F3EF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验收重点不是按钮是否存在，而是模型切换后参数、价格、请求代码和限制提示能否联动。</a:t>
            </a:r>
          </a:p>
        </p:txBody>
      </p:sp>
    </p:spTree>
    <p:extLst>
      <p:ext uri="{BB962C8B-B14F-4D97-AF65-F5344CB8AC3E}">
        <p14:creationId xmlns:p14="http://schemas.microsoft.com/office/powerpoint/2010/main" val="1762211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09031-11A4-4330-85D1-6E7C3B5A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657F7-DCD1-41EA-A438-AEC9ADCA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模型能力必须由元数据驱动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DA021-E4B5-4A85-8366-8F7BEE70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63EEB-F56E-44F4-A0EE-CEDF3FCE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721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FB05D-AB0D-46B5-B18C-2395223F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每个模型至少需要这些字段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53999-D036-414C-BF43-16E2E972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AEC89-E056-41D8-8592-22C57A6F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id / displayName / 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9546D-162D-4B01-BF77-70CFD29B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519E3-9A67-4AF3-8EF0-1FE20D0E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speedLabel / priceMode / basePrice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21116-4256-4522-A1CF-1B9C00A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69659-4456-43E0-AD03-2E829B0B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supportedRatios / supportedResolutions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4EF46-7016-4151-93B1-BDB50A86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B1DD9-05D3-41AA-B515-98CF051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supportedQualities / maxReferenceImages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184A5-18F8-4636-B7B0-56051D0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6DA4F-180A-4D36-A0B4-4A44F289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supportedReferenceFormats / endpointType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5ED31-6379-441C-B12D-A36A7BB8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57363-0391-49FC-AAFB-8A1E39F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featureFlags / notice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5DA8D-1CA1-48CB-8DA4-8E7221CF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53721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99EB5-D0B9-4BDB-89C9-DB1EE05C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数据驱动要解决三个问题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D328C-B3BA-4369-905A-DA105DC4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3ABA0-B227-4F93-AAA6-34F37CE3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参数不可用时禁用并解释原因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441C5-E3A6-41B3-A74A-8CE4D87F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74EAD-37E0-4F46-BE5D-CE9C0CE4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费用区实时展示单价、区间和预估总价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4050C-A315-4AFB-850B-B11225F0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C9D38-3735-45E7-9502-6AAB1F3E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71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cURL 请求体跟随模型和参数同步更新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EB48A-9C45-4A91-9167-4131726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6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9A69D-5FAF-401B-89F1-7F5A0AD2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临时能力限制通过配置恢复，不依赖发版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499648-F407-49E0-8FE3-E613C6FA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截图证据：gpt-image-2-vip 当前仅支持自适应 1K，size 参数暂时失效。</a:t>
            </a:r>
          </a:p>
        </p:txBody>
      </p:sp>
    </p:spTree>
    <p:extLst>
      <p:ext uri="{BB962C8B-B14F-4D97-AF65-F5344CB8AC3E}">
        <p14:creationId xmlns:p14="http://schemas.microsoft.com/office/powerpoint/2010/main" val="104430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508B43-46DE-462C-B4F9-8CC2E975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扩展工作台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0431D-E373-4F0A-9A9E-42856CD0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扩展模块分为生产和评估两层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84F02-4BE2-40B5-A9D6-5165F65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F0056-5465-491A-901F-297621FE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生产效率层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A8C96-F4C0-403A-901B-B904115D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评估分析层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FB723-80D9-4B7D-9786-D6B9E9A5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84A2F-3EA4-4386-8A4A-2DE43A54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批量生成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B5E8F-A2DB-4FD9-91FB-27CC0359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288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抽卡模式、多提示词模式、批量结果与打包下载。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FCE49-5245-4936-B356-CA2BE7F1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28CD2-2608-4F5E-B532-9B701BC5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素材模板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97B23-DB20-4692-9BA5-4C4C731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290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保存提示词、标签、参考图和排序，支持快捷复用。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47A79-1D76-4B1C-AF6F-F04C4D1C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20C68-8CF5-4949-9EFB-BAA91D7C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历史记录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B656F-E317-47D2-8903-5A3F782C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查看记录、同步状态、成功率，并一键复用参数。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93B60-E7F8-46FC-838C-06D46396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3D262-526C-4440-9B4E-89C230AC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模型对比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E3E6E-0ED3-41CB-9470-581789AA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同一提示词下并排比较双模型效果与成本。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FE586-75B7-4F35-B1EC-240C7BF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929FB-EF14-46AA-9928-AF789CE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9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识别图片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A1BDF-8CDE-45BB-91C1-BA6C9CCB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上传图片后执行 OCR、商品分析和自定义提问。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B5311-A165-447D-B10E-08F234DA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19626-74BD-4385-9CA2-95C3A7A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10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推理测试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DF522-94DD-4EDB-BD3A-58619E7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面向模型评估的文本与多模态请求测试。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EE1A0-D259-41E4-9B08-2144A1E7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优先级建议：批量生成与主生成页同属 P0；其它模块先做 P1 的可用闭环，再逐步补统计和同步细节。</a:t>
            </a:r>
          </a:p>
        </p:txBody>
      </p:sp>
    </p:spTree>
    <p:extLst>
      <p:ext uri="{BB962C8B-B14F-4D97-AF65-F5344CB8AC3E}">
        <p14:creationId xmlns:p14="http://schemas.microsoft.com/office/powerpoint/2010/main" val="1281306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CE84E-8423-47D7-B88F-F336C4D3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校验与异常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63EE3-6689-427D-979E-AA33157D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校验和异常是首期体验底线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42CD5-2EAA-4405-AD4A-55751427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8F901-82AA-40D8-AAA4-1EDA2135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48D97-1F3A-454B-B7AB-AACDF76C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8ED7D-8ACA-4D99-B6F7-D9F8B748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669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D54D9-4E9B-4B39-BA84-B7714001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66900"/>
            <a:ext cx="567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32B7B-F3E8-40A0-8353-6AA8B42F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6045F-F98D-4681-87B5-A9C22BA6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内容输入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925BD-CB86-4CAE-91F6-3B08A52F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717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无提示词且无参考图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391F9-3FD8-4871-968B-A448B1A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717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阻止提交，并提示补充提示词或参考图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B9A44-73D8-4783-AD91-F1BD2E8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FF22B-3FEF-4649-8E6E-5B07BFA3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A2756-A10D-4CA6-9BFA-1AD0226C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2417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格式、大小、数量不合规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B0AFA-01B1-4949-BDAC-0E7D999F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241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阻止进入队列，明确 JPG/PNG、12 张、20 MB 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EB935-D804-4370-8413-5BA59443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85011-828A-46AB-AC35-97627732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账户状态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7E320-DA55-4D19-9F9F-3D317297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766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API Key 缺失或余额不足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BEB2C-FDD6-4041-9300-9FE35721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引导设置 Key 或充值，避免无效调用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B3972-5495-415C-818D-085E9C2F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AFCA7-38F0-42CA-8835-B636634B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92648-F1AD-43E9-85D6-CF499890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2907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尺寸、分辨率、质量不兼容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81F0D-173C-49E7-BC2F-ED9F7CC9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290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禁用不可用参数，cURL 同步移除或固定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14B6A-83A1-4C6F-884E-621657F8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64C37-8495-4FDB-B671-96F61CD4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8152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D8DF3-534F-43C5-B098-8C5E12A2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815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上游失败或部分失败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A939C2-DAEA-446A-99B3-185E21CF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815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保留成功图，失败项给错误码、原因和重试入口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069BB-111B-4705-BB2C-949A90A6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F0EB6-1CAA-413E-8B2D-3F096C69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内容安全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ADAEE9-6D07-4CD6-BB15-3A2436F9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3397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疑似违规内容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97D9A3-4A94-4880-95D3-E12E9B90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339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提示合规风险，不扩散违规细节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F272CF-1888-483D-98C6-1D7E1C88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643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75866C-9EA8-49E4-AB7A-40B50C86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范围建议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CB149-64EF-45FE-810F-AF450D1F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范围建议先锁 P0，再铺 P1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10138-3C97-444F-860E-3CD022B4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55AC6-1EC6-4AA5-AB3A-6DBF7D4F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1C050-A580-436E-B0A4-B59C9CC5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38397-2557-4D0C-83ED-18F422A3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首期必须可验收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D3BA9-783A-4FC7-AF70-5B369C51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96A51-8B4B-483C-97D9-990ACEFA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生成图片闭环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E35C8-9DD7-452B-88AF-2DFCFB8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A045D-E3FB-45E4-B567-150A847E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参考图上传限制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37475-3703-4BC1-B82A-5C826EB5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2DEBB-D501-49DA-AEE3-C629A107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参数/费用/cURL 联动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F88FD-0F90-47DC-BC27-32D6CB27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2A644-7A97-49F7-862C-A470E56C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模型临时限制配置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A56BA-38FA-43F3-B8A3-0D9BC782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76A66-1E1B-4B70-89B8-1C6DFE8A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提示词模板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FDE0A-1F89-4DEF-9DD6-2C8A9CB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90328-3371-479F-B0F7-973E60B8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批量抽卡模式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66A4E-56D4-445E-B8CA-A4E06BF0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9BFBB-B07D-4DF1-A645-5AE173B1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API Key 设置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34974-7C63-4936-9CB4-A17807E6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335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B0D07-CEE3-452B-BC4A-C354B9C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3835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ED8B3-3D7A-4DCF-9C41-57666E89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90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增强可复用效率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82F40-575A-4BAA-A9CD-23413082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52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3F0B9-D358-46E5-AA5F-B6FAEEB4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模型对比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F94F89-5DCB-44B6-9847-094E6DB5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86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A7A59F-BDF8-41C5-9332-D9CDFAA4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099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历史记录与参数复用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FC6A4-4179-43C6-8015-64B4E21D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60239-F49E-4F2E-A829-C6ADB3D1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素材模板与云同步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66CF53-6962-48F4-A949-2ECE875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52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7C26F5-FCC2-4E07-B595-0E063D24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766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图片识别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F0E7C9-CA93-40E0-975C-F40E6CCD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9A2E1F-2139-4B76-9A71-0BE4C7FD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10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全屏编辑与提示词优化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56115-79CF-4476-9957-A977618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F83347-AB4B-4BAF-A3BE-B045083C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50E742-95EA-4A37-8CA6-029839AE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后续评估与运营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FBD93C-075D-44EA-AA7E-F5C52E1D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3AADA8-D3F1-4C95-8E08-C30DCCC6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推理测试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FD894B-8B43-4BBA-9285-23BAFD0C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EB53D4-625A-4993-B175-37434710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99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语言/活动/存储设置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358EC5-D0C1-4B5A-82C4-A4A8F6DF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CDAE78-47B1-45FD-822B-32564FF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完整数据埋点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234046-E43C-45D9-9A70-A624B6C3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建议评审口径：P0 定义 MVP 可上线闭环；P1 按复用和评估价值排期；P2 不阻塞首期架构但要预留埋点。</a:t>
            </a:r>
          </a:p>
        </p:txBody>
      </p:sp>
    </p:spTree>
    <p:extLst>
      <p:ext uri="{BB962C8B-B14F-4D97-AF65-F5344CB8AC3E}">
        <p14:creationId xmlns:p14="http://schemas.microsoft.com/office/powerpoint/2010/main" val="1465095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CDAF2-8778-41C3-A541-58800C4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待决策项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098B3-1B46-4107-AB8C-47106902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评审需要确认这些产品边界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4A501-E9D4-4964-90F2-98323FA6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997E2-EDAA-4AA1-B5C5-320BD04C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24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B54FF-C7DF-456F-9214-93838691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0AE62-2851-499E-B67E-0626E4E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模型列表：完整复刻 API易所有模型，还是先接入自有模型清单？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ACC4E-445B-4599-B847-A615456B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029B3-DF2A-4D73-BA12-689BA57F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结果存储：图片结果是否落库，还是仅保留本地历史？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0D232-96DC-4278-837F-0AEA60D0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ACC3F-98B3-43A2-A66E-6D8A12A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API Key：用户自填，还是由系统后端代理和统一计费？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DF672-CA33-4CA6-AEFF-AA35FE5C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7E99D-24E2-4C2D-B94C-89A95F6B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登录体系：首期是否必须登录，是否只支持 Google？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32935-F5B3-4D0D-8831-3DBD38F3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CC55E-8F27-4AF5-8663-F46A552A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文件链路：图片经本项目服务端中转，还是前端直传第三方 API？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BC46C-77E0-42CE-A614-323AC63E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B57E1-73FD-4DED-8950-10628A8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结果动作：下载、分享、二次编辑、再次生成是否都进首期？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46276-4357-4AA7-A2D4-7F13ACC3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E2325-3EE6-453D-AD26-9B04BBEA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合规责任：由上游模型承担，还是本项目增加前置审核？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FF0BD-08DD-4C13-A527-DE208882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829050" cy="400050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28963-55B8-4B57-BA08-41131E65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优先确认三件事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FE3A2-F513-4D46-BC2F-60A8E669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1. API Key 与计费归属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2. 图片存储与隐私链路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3. 模型列表与配置来源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DB22A-3038-4067-B1AB-79113F54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这三项会直接影响前后端职责、数据结构、安全策略和首期验收边界。</a:t>
            </a:r>
          </a:p>
        </p:txBody>
      </p:sp>
    </p:spTree>
    <p:extLst>
      <p:ext uri="{BB962C8B-B14F-4D97-AF65-F5344CB8AC3E}">
        <p14:creationId xmlns:p14="http://schemas.microsoft.com/office/powerpoint/2010/main" val="2027255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2026-07-06T05:44:29.7470000Z</dcterms:created>
  <dcterms:modified xsi:type="dcterms:W3CDTF">2026-07-06T05:44:29.7470000Z</dcterms:modified>
</coreProperties>
</file>